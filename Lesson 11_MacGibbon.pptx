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334F9-BA85-49CE-9551-F93F569503E3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16EF8-710F-4B4C-88AF-C7CC11D48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3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11: </a:t>
            </a:r>
            <a:r>
              <a:rPr lang="en-US" sz="4800" dirty="0"/>
              <a:t>Control Structures I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11: Control Structures</a:t>
            </a:r>
          </a:p>
          <a:p>
            <a:pPr marL="1100138" lvl="2" indent="-342900"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Know when and why you would use a loop</a:t>
            </a:r>
          </a:p>
          <a:p>
            <a:pPr marL="757238" lvl="2"/>
            <a:b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Write a For or While loop to complete a simple iterative task or solve a problem</a:t>
            </a:r>
          </a:p>
          <a:p>
            <a:pPr marL="757238" lvl="2"/>
            <a:b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Write conditional statements using the if/else and case/when formats</a:t>
            </a:r>
            <a:r>
              <a:rPr lang="en-US" dirty="0"/>
              <a:t> </a:t>
            </a:r>
          </a:p>
          <a:p>
            <a:pPr marL="757238" lvl="2"/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573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12: Control Structures II</a:t>
            </a: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Identify the appropriate control structures to apply to solve a problem</a:t>
            </a:r>
          </a:p>
          <a:p>
            <a:pPr marL="757238" lvl="2"/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Create a simple function</a:t>
            </a:r>
            <a:r>
              <a:rPr lang="en-US" dirty="0"/>
              <a:t> </a:t>
            </a:r>
          </a:p>
          <a:p>
            <a:pPr marL="300038" indent="-457200">
              <a:buFont typeface="Arial" panose="020B0604020202020204" pitchFamily="34" charset="0"/>
              <a:buChar char="•"/>
            </a:pPr>
            <a:r>
              <a:rPr lang="en-US" sz="3200" dirty="0"/>
              <a:t>Watch your videos!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</Words>
  <Application>Microsoft Office PowerPoint</Application>
  <PresentationFormat>Widescreen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11: Control Structures I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11: Control Structures I</dc:title>
  <dc:creator>MacGibbon, James E CPT</dc:creator>
  <cp:lastModifiedBy>MacGibbon, James E CPT</cp:lastModifiedBy>
  <cp:revision>1</cp:revision>
  <dcterms:created xsi:type="dcterms:W3CDTF">2022-02-03T15:56:14Z</dcterms:created>
  <dcterms:modified xsi:type="dcterms:W3CDTF">2022-02-03T15:58:35Z</dcterms:modified>
</cp:coreProperties>
</file>